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0071100" cy="56642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E0CA"/>
          </a:solidFill>
        </a:fill>
      </a:tcStyle>
    </a:wholeTbl>
    <a:band2H>
      <a:tcTxStyle b="def" i="def"/>
      <a:tcStyle>
        <a:tcBdr/>
        <a:fill>
          <a:solidFill>
            <a:srgbClr val="E7F0E6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CDCA"/>
          </a:solidFill>
        </a:fill>
      </a:tcStyle>
    </a:wholeTbl>
    <a:band2H>
      <a:tcTxStyle b="def" i="def"/>
      <a:tcStyle>
        <a:tcBdr/>
        <a:fill>
          <a:solidFill>
            <a:srgbClr val="F0E8E6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BCBCB"/>
          </a:solidFill>
        </a:fill>
      </a:tcStyle>
    </a:wholeTbl>
    <a:band2H>
      <a:tcTxStyle b="def" i="def"/>
      <a:tcStyle>
        <a:tcBdr/>
        <a:fill>
          <a:solidFill>
            <a:srgbClr val="F5E7E7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0" name="Shape 30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Helvetica Neue"/>
      </a:defRPr>
    </a:lvl1pPr>
    <a:lvl2pPr indent="228600" latinLnBrk="0">
      <a:defRPr sz="1200">
        <a:latin typeface="+mj-lt"/>
        <a:ea typeface="+mj-ea"/>
        <a:cs typeface="+mj-cs"/>
        <a:sym typeface="Helvetica Neue"/>
      </a:defRPr>
    </a:lvl2pPr>
    <a:lvl3pPr indent="457200" latinLnBrk="0">
      <a:defRPr sz="1200">
        <a:latin typeface="+mj-lt"/>
        <a:ea typeface="+mj-ea"/>
        <a:cs typeface="+mj-cs"/>
        <a:sym typeface="Helvetica Neue"/>
      </a:defRPr>
    </a:lvl3pPr>
    <a:lvl4pPr indent="685800" latinLnBrk="0">
      <a:defRPr sz="1200">
        <a:latin typeface="+mj-lt"/>
        <a:ea typeface="+mj-ea"/>
        <a:cs typeface="+mj-cs"/>
        <a:sym typeface="Helvetica Neue"/>
      </a:defRPr>
    </a:lvl4pPr>
    <a:lvl5pPr indent="914400" latinLnBrk="0">
      <a:defRPr sz="1200">
        <a:latin typeface="+mj-lt"/>
        <a:ea typeface="+mj-ea"/>
        <a:cs typeface="+mj-cs"/>
        <a:sym typeface="Helvetica Neue"/>
      </a:defRPr>
    </a:lvl5pPr>
    <a:lvl6pPr indent="1143000" latinLnBrk="0">
      <a:defRPr sz="1200">
        <a:latin typeface="+mj-lt"/>
        <a:ea typeface="+mj-ea"/>
        <a:cs typeface="+mj-cs"/>
        <a:sym typeface="Helvetica Neue"/>
      </a:defRPr>
    </a:lvl6pPr>
    <a:lvl7pPr indent="1371600" latinLnBrk="0">
      <a:defRPr sz="1200">
        <a:latin typeface="+mj-lt"/>
        <a:ea typeface="+mj-ea"/>
        <a:cs typeface="+mj-cs"/>
        <a:sym typeface="Helvetica Neue"/>
      </a:defRPr>
    </a:lvl7pPr>
    <a:lvl8pPr indent="1600200" latinLnBrk="0">
      <a:defRPr sz="1200">
        <a:latin typeface="+mj-lt"/>
        <a:ea typeface="+mj-ea"/>
        <a:cs typeface="+mj-cs"/>
        <a:sym typeface="Helvetica Neue"/>
      </a:defRPr>
    </a:lvl8pPr>
    <a:lvl9pPr indent="1828800" latinLnBrk="0">
      <a:defRPr sz="1200">
        <a:latin typeface="+mj-lt"/>
        <a:ea typeface="+mj-ea"/>
        <a:cs typeface="+mj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Metropol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3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Metropol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2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 anchor="ctr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1.png" descr="image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0080001" cy="5670001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itle Text"/>
          <p:cNvSpPr txBox="1"/>
          <p:nvPr>
            <p:ph type="title"/>
          </p:nvPr>
        </p:nvSpPr>
        <p:spPr>
          <a:xfrm>
            <a:off x="2375999" y="215999"/>
            <a:ext cx="5328001" cy="720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4" name="Body Level One…"/>
          <p:cNvSpPr txBox="1"/>
          <p:nvPr>
            <p:ph type="body" idx="1"/>
          </p:nvPr>
        </p:nvSpPr>
        <p:spPr>
          <a:xfrm>
            <a:off x="504000" y="1368000"/>
            <a:ext cx="9072000" cy="3797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" name="Slide Number"/>
          <p:cNvSpPr txBox="1"/>
          <p:nvPr>
            <p:ph type="sldNum" sz="quarter" idx="2"/>
          </p:nvPr>
        </p:nvSpPr>
        <p:spPr>
          <a:xfrm>
            <a:off x="9365171" y="5327999"/>
            <a:ext cx="210469" cy="197385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r">
              <a:defRPr sz="1400"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</p:sldLayoutIdLst>
  <p:transition xmlns:p14="http://schemas.microsoft.com/office/powerpoint/2010/main" spd="med" advClick="1"/>
  <p:txStyles>
    <p:titleStyle>
      <a:lvl1pPr marL="0" marR="0" indent="0" algn="ct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300" u="none">
          <a:solidFill>
            <a:srgbClr val="FFFFFF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ct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300" u="none">
          <a:solidFill>
            <a:srgbClr val="FFFFFF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ct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300" u="none">
          <a:solidFill>
            <a:srgbClr val="FFFFFF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ct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300" u="none">
          <a:solidFill>
            <a:srgbClr val="FFFFFF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ct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300" u="none">
          <a:solidFill>
            <a:srgbClr val="FFFFFF"/>
          </a:solidFill>
          <a:uFillTx/>
          <a:latin typeface="Arial"/>
          <a:ea typeface="Arial"/>
          <a:cs typeface="Arial"/>
          <a:sym typeface="Arial"/>
        </a:defRPr>
      </a:lvl5pPr>
      <a:lvl6pPr marL="0" marR="0" indent="0" algn="ct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300" u="none">
          <a:solidFill>
            <a:srgbClr val="FFFFFF"/>
          </a:solidFill>
          <a:uFillTx/>
          <a:latin typeface="Arial"/>
          <a:ea typeface="Arial"/>
          <a:cs typeface="Arial"/>
          <a:sym typeface="Arial"/>
        </a:defRPr>
      </a:lvl6pPr>
      <a:lvl7pPr marL="0" marR="0" indent="0" algn="ct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300" u="none">
          <a:solidFill>
            <a:srgbClr val="FFFFFF"/>
          </a:solidFill>
          <a:uFillTx/>
          <a:latin typeface="Arial"/>
          <a:ea typeface="Arial"/>
          <a:cs typeface="Arial"/>
          <a:sym typeface="Arial"/>
        </a:defRPr>
      </a:lvl7pPr>
      <a:lvl8pPr marL="0" marR="0" indent="0" algn="ct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300" u="none">
          <a:solidFill>
            <a:srgbClr val="FFFFFF"/>
          </a:solidFill>
          <a:uFillTx/>
          <a:latin typeface="Arial"/>
          <a:ea typeface="Arial"/>
          <a:cs typeface="Arial"/>
          <a:sym typeface="Arial"/>
        </a:defRPr>
      </a:lvl8pPr>
      <a:lvl9pPr marL="0" marR="0" indent="0" algn="ct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300" u="none">
          <a:solidFill>
            <a:srgbClr val="FFFFFF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431999" marR="0" indent="-323999" algn="l" defTabSz="914400" rtl="0" latinLnBrk="0">
        <a:lnSpc>
          <a:spcPct val="100000"/>
        </a:lnSpc>
        <a:spcBef>
          <a:spcPts val="1000"/>
        </a:spcBef>
        <a:spcAft>
          <a:spcPts val="0"/>
        </a:spcAft>
        <a:buClr>
          <a:srgbClr val="FFFFFF"/>
        </a:buClr>
        <a:buSzPct val="45000"/>
        <a:buFontTx/>
        <a:buChar char="●"/>
        <a:tabLst/>
        <a:defRPr b="0" baseline="0" cap="none" i="0" spc="0" strike="noStrike" sz="2400" u="none">
          <a:solidFill>
            <a:srgbClr val="FFFFFF"/>
          </a:solidFill>
          <a:uFillTx/>
          <a:latin typeface="Arial"/>
          <a:ea typeface="Arial"/>
          <a:cs typeface="Arial"/>
          <a:sym typeface="Arial"/>
        </a:defRPr>
      </a:lvl1pPr>
      <a:lvl2pPr marL="910285" marR="0" indent="-370285" algn="l" defTabSz="914400" rtl="0" latinLnBrk="0">
        <a:lnSpc>
          <a:spcPct val="100000"/>
        </a:lnSpc>
        <a:spcBef>
          <a:spcPts val="1000"/>
        </a:spcBef>
        <a:spcAft>
          <a:spcPts val="0"/>
        </a:spcAft>
        <a:buClr>
          <a:srgbClr val="FFFFFF"/>
        </a:buClr>
        <a:buSzPct val="75000"/>
        <a:buFont typeface="Wingdings"/>
        <a:buChar char=""/>
        <a:tabLst/>
        <a:defRPr b="0" baseline="0" cap="none" i="0" spc="0" strike="noStrike" sz="2400" u="none">
          <a:solidFill>
            <a:srgbClr val="FFFFFF"/>
          </a:solidFill>
          <a:uFillTx/>
          <a:latin typeface="Arial"/>
          <a:ea typeface="Arial"/>
          <a:cs typeface="Arial"/>
          <a:sym typeface="Arial"/>
        </a:defRPr>
      </a:lvl2pPr>
      <a:lvl3pPr marL="1391999" marR="0" indent="-384000" algn="l" defTabSz="914400" rtl="0" latinLnBrk="0">
        <a:lnSpc>
          <a:spcPct val="100000"/>
        </a:lnSpc>
        <a:spcBef>
          <a:spcPts val="1000"/>
        </a:spcBef>
        <a:spcAft>
          <a:spcPts val="0"/>
        </a:spcAft>
        <a:buClr>
          <a:srgbClr val="FFFFFF"/>
        </a:buClr>
        <a:buSzPct val="45000"/>
        <a:buFont typeface="Wingdings"/>
        <a:buChar char=""/>
        <a:tabLst/>
        <a:defRPr b="0" baseline="0" cap="none" i="0" spc="0" strike="noStrike" sz="2400" u="none">
          <a:solidFill>
            <a:srgbClr val="FFFFFF"/>
          </a:solidFill>
          <a:uFillTx/>
          <a:latin typeface="Arial"/>
          <a:ea typeface="Arial"/>
          <a:cs typeface="Arial"/>
          <a:sym typeface="Arial"/>
        </a:defRPr>
      </a:lvl3pPr>
      <a:lvl4pPr marL="1857599" marR="0" indent="-345600" algn="l" defTabSz="914400" rtl="0" latinLnBrk="0">
        <a:lnSpc>
          <a:spcPct val="100000"/>
        </a:lnSpc>
        <a:spcBef>
          <a:spcPts val="1000"/>
        </a:spcBef>
        <a:spcAft>
          <a:spcPts val="0"/>
        </a:spcAft>
        <a:buClr>
          <a:srgbClr val="FFFFFF"/>
        </a:buClr>
        <a:buSzPct val="75000"/>
        <a:buFont typeface="Wingdings"/>
        <a:buChar char=""/>
        <a:tabLst/>
        <a:defRPr b="0" baseline="0" cap="none" i="0" spc="0" strike="noStrike" sz="2400" u="none">
          <a:solidFill>
            <a:srgbClr val="FFFFFF"/>
          </a:solidFill>
          <a:uFillTx/>
          <a:latin typeface="Arial"/>
          <a:ea typeface="Arial"/>
          <a:cs typeface="Arial"/>
          <a:sym typeface="Arial"/>
        </a:defRPr>
      </a:lvl4pPr>
      <a:lvl5pPr marL="2289599" marR="0" indent="-345600" algn="l" defTabSz="914400" rtl="0" latinLnBrk="0">
        <a:lnSpc>
          <a:spcPct val="100000"/>
        </a:lnSpc>
        <a:spcBef>
          <a:spcPts val="1000"/>
        </a:spcBef>
        <a:spcAft>
          <a:spcPts val="0"/>
        </a:spcAft>
        <a:buClr>
          <a:srgbClr val="FFFFFF"/>
        </a:buClr>
        <a:buSzPct val="45000"/>
        <a:buFont typeface="Wingdings"/>
        <a:buChar char=""/>
        <a:tabLst/>
        <a:defRPr b="0" baseline="0" cap="none" i="0" spc="0" strike="noStrike" sz="2400" u="none">
          <a:solidFill>
            <a:srgbClr val="FFFFFF"/>
          </a:solidFill>
          <a:uFillTx/>
          <a:latin typeface="Arial"/>
          <a:ea typeface="Arial"/>
          <a:cs typeface="Arial"/>
          <a:sym typeface="Arial"/>
        </a:defRPr>
      </a:lvl5pPr>
      <a:lvl6pPr marL="2721599" marR="0" indent="-345600" algn="l" defTabSz="914400" rtl="0" latinLnBrk="0">
        <a:lnSpc>
          <a:spcPct val="100000"/>
        </a:lnSpc>
        <a:spcBef>
          <a:spcPts val="1000"/>
        </a:spcBef>
        <a:spcAft>
          <a:spcPts val="0"/>
        </a:spcAft>
        <a:buClr>
          <a:srgbClr val="FFFFFF"/>
        </a:buClr>
        <a:buSzPct val="45000"/>
        <a:buFont typeface="Wingdings"/>
        <a:buChar char=""/>
        <a:tabLst/>
        <a:defRPr b="0" baseline="0" cap="none" i="0" spc="0" strike="noStrike" sz="2400" u="none">
          <a:solidFill>
            <a:srgbClr val="FFFFFF"/>
          </a:solidFill>
          <a:uFillTx/>
          <a:latin typeface="Arial"/>
          <a:ea typeface="Arial"/>
          <a:cs typeface="Arial"/>
          <a:sym typeface="Arial"/>
        </a:defRPr>
      </a:lvl6pPr>
      <a:lvl7pPr marL="3153599" marR="0" indent="-345600" algn="l" defTabSz="914400" rtl="0" latinLnBrk="0">
        <a:lnSpc>
          <a:spcPct val="100000"/>
        </a:lnSpc>
        <a:spcBef>
          <a:spcPts val="1000"/>
        </a:spcBef>
        <a:spcAft>
          <a:spcPts val="0"/>
        </a:spcAft>
        <a:buClr>
          <a:srgbClr val="FFFFFF"/>
        </a:buClr>
        <a:buSzPct val="45000"/>
        <a:buFont typeface="Wingdings"/>
        <a:buChar char=""/>
        <a:tabLst/>
        <a:defRPr b="0" baseline="0" cap="none" i="0" spc="0" strike="noStrike" sz="2400" u="none">
          <a:solidFill>
            <a:srgbClr val="FFFFFF"/>
          </a:solidFill>
          <a:uFillTx/>
          <a:latin typeface="Arial"/>
          <a:ea typeface="Arial"/>
          <a:cs typeface="Arial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1000"/>
        </a:spcBef>
        <a:spcAft>
          <a:spcPts val="0"/>
        </a:spcAft>
        <a:buClr>
          <a:srgbClr val="FFFFFF"/>
        </a:buClr>
        <a:buSzTx/>
        <a:buFont typeface="Wingdings"/>
        <a:buNone/>
        <a:tabLst/>
        <a:defRPr b="0" baseline="0" cap="none" i="0" spc="0" strike="noStrike" sz="2400" u="none">
          <a:solidFill>
            <a:srgbClr val="FFFFFF"/>
          </a:solidFill>
          <a:uFillTx/>
          <a:latin typeface="Arial"/>
          <a:ea typeface="Arial"/>
          <a:cs typeface="Arial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1000"/>
        </a:spcBef>
        <a:spcAft>
          <a:spcPts val="0"/>
        </a:spcAft>
        <a:buClr>
          <a:srgbClr val="FFFFFF"/>
        </a:buClr>
        <a:buSzTx/>
        <a:buFont typeface="Wingdings"/>
        <a:buNone/>
        <a:tabLst/>
        <a:defRPr b="0" baseline="0" cap="none" i="0" spc="0" strike="noStrike" sz="2400" u="none">
          <a:solidFill>
            <a:srgbClr val="FFFFFF"/>
          </a:solidFill>
          <a:uFillTx/>
          <a:latin typeface="Arial"/>
          <a:ea typeface="Arial"/>
          <a:cs typeface="Arial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Geomática Básica</a:t>
            </a:r>
          </a:p>
        </p:txBody>
      </p:sp>
      <p:sp>
        <p:nvSpPr>
          <p:cNvPr id="33" name="PlaceHolder 2"/>
          <p:cNvSpPr txBox="1"/>
          <p:nvPr>
            <p:ph type="body" idx="1"/>
          </p:nvPr>
        </p:nvSpPr>
        <p:spPr>
          <a:xfrm>
            <a:off x="499549" y="1368000"/>
            <a:ext cx="9072002" cy="3797280"/>
          </a:xfrm>
          <a:prstGeom prst="rect">
            <a:avLst/>
          </a:prstGeom>
        </p:spPr>
        <p:txBody>
          <a:bodyPr/>
          <a:lstStyle/>
          <a:p>
            <a:pPr marL="0" indent="431999" algn="ctr">
              <a:buSzTx/>
              <a:buFont typeface="Wingdings"/>
              <a:buNone/>
              <a:defRPr sz="3200"/>
            </a:pPr>
            <a:r>
              <a:t>Practical 2</a:t>
            </a:r>
          </a:p>
          <a:p>
            <a:pPr marL="0" indent="431999" algn="ctr">
              <a:buSzTx/>
              <a:buFont typeface="Wingdings"/>
              <a:buNone/>
              <a:defRPr b="1" sz="3200"/>
            </a:pPr>
            <a:r>
              <a:t> QGIS - Basic operations</a:t>
            </a:r>
          </a:p>
          <a:p>
            <a:pPr marL="0" indent="431999" algn="ctr">
              <a:buSzTx/>
              <a:buFont typeface="Wingdings"/>
              <a:buNone/>
              <a:defRPr sz="3200"/>
            </a:pPr>
          </a:p>
          <a:p>
            <a:pPr marL="0" indent="431999" algn="ctr">
              <a:buSzTx/>
              <a:buFont typeface="Wingdings"/>
              <a:buNone/>
              <a:defRPr b="1"/>
            </a:pPr>
            <a:r>
              <a:t>Esta práctica debe realizarze en la segunda semana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2"/>
          <p:cNvSpPr txBox="1"/>
          <p:nvPr/>
        </p:nvSpPr>
        <p:spPr>
          <a:xfrm>
            <a:off x="3447360" y="5327999"/>
            <a:ext cx="3195001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IALS, 2026</a:t>
            </a:r>
          </a:p>
        </p:txBody>
      </p:sp>
      <p:sp>
        <p:nvSpPr>
          <p:cNvPr id="36" name="PlaceHolder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Topics for Today</a:t>
            </a:r>
          </a:p>
        </p:txBody>
      </p:sp>
      <p:sp>
        <p:nvSpPr>
          <p:cNvPr id="37" name="Metadata…"/>
          <p:cNvSpPr txBox="1"/>
          <p:nvPr/>
        </p:nvSpPr>
        <p:spPr>
          <a:xfrm>
            <a:off x="1873799" y="1371600"/>
            <a:ext cx="5853602" cy="2923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 marL="374315" indent="-374315">
              <a:buSzPct val="100000"/>
              <a:buAutoNum type="arabicPeriod" startAt="1"/>
              <a:defRPr sz="2800">
                <a:solidFill>
                  <a:srgbClr val="FFFFFF"/>
                </a:solidFill>
              </a:defRPr>
            </a:pPr>
            <a:r>
              <a:t>Metadata</a:t>
            </a:r>
          </a:p>
          <a:p>
            <a:pPr>
              <a:defRPr sz="2800">
                <a:solidFill>
                  <a:srgbClr val="FFFFFF"/>
                </a:solidFill>
              </a:defRPr>
            </a:pPr>
          </a:p>
          <a:p>
            <a:pPr marL="374315" indent="-374315">
              <a:buSzPct val="100000"/>
              <a:buAutoNum type="arabicPeriod" startAt="2"/>
              <a:defRPr sz="2800">
                <a:solidFill>
                  <a:srgbClr val="FFFFFF"/>
                </a:solidFill>
              </a:defRPr>
            </a:pPr>
            <a:r>
              <a:t> Clipping and Extracting</a:t>
            </a:r>
          </a:p>
          <a:p>
            <a:pPr>
              <a:defRPr sz="2800">
                <a:solidFill>
                  <a:srgbClr val="FFFFFF"/>
                </a:solidFill>
              </a:defRPr>
            </a:pPr>
          </a:p>
          <a:p>
            <a:pPr>
              <a:defRPr sz="2800">
                <a:solidFill>
                  <a:srgbClr val="FFFFFF"/>
                </a:solidFill>
              </a:defRPr>
            </a:pPr>
            <a:r>
              <a:t>3. Vector &amp; Raster Symbology</a:t>
            </a:r>
          </a:p>
          <a:p>
            <a:pPr>
              <a:defRPr sz="2800">
                <a:solidFill>
                  <a:srgbClr val="FFFFFF"/>
                </a:solidFill>
              </a:defRPr>
            </a:pPr>
          </a:p>
          <a:p>
            <a:pPr>
              <a:defRPr sz="2800">
                <a:solidFill>
                  <a:srgbClr val="FFFFFF"/>
                </a:solidFill>
              </a:defRPr>
            </a:pPr>
            <a:r>
              <a:t>4. Homework 2</a:t>
            </a:r>
          </a:p>
        </p:txBody>
      </p:sp>
      <p:sp>
        <p:nvSpPr>
          <p:cNvPr id="38" name="PlaceHolder 3"/>
          <p:cNvSpPr txBox="1"/>
          <p:nvPr>
            <p:ph type="sldNum" sz="quarter" idx="4294967295"/>
          </p:nvPr>
        </p:nvSpPr>
        <p:spPr>
          <a:xfrm>
            <a:off x="9448639" y="5327999"/>
            <a:ext cx="127001" cy="19738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Metadata</a:t>
            </a:r>
          </a:p>
        </p:txBody>
      </p:sp>
      <p:sp>
        <p:nvSpPr>
          <p:cNvPr id="41" name="PlaceHolder 3"/>
          <p:cNvSpPr txBox="1"/>
          <p:nvPr>
            <p:ph type="sldNum" sz="quarter" idx="4294967295"/>
          </p:nvPr>
        </p:nvSpPr>
        <p:spPr>
          <a:xfrm>
            <a:off x="9448639" y="5327999"/>
            <a:ext cx="127001" cy="19738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42" name="Open Proyecto1.qgz"/>
          <p:cNvSpPr txBox="1"/>
          <p:nvPr/>
        </p:nvSpPr>
        <p:spPr>
          <a:xfrm>
            <a:off x="300492" y="1081537"/>
            <a:ext cx="2595711" cy="283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267368" indent="-267368">
              <a:buSzPct val="100000"/>
              <a:buAutoNum type="arabicPeriod" startAt="1"/>
              <a:defRPr sz="2000">
                <a:solidFill>
                  <a:srgbClr val="FFFFFF"/>
                </a:solidFill>
              </a:defRPr>
            </a:lvl1pPr>
          </a:lstStyle>
          <a:p>
            <a:pPr/>
            <a:r>
              <a:t>Open Proyecto1.qgz</a:t>
            </a:r>
          </a:p>
        </p:txBody>
      </p:sp>
      <p:pic>
        <p:nvPicPr>
          <p:cNvPr id="43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88078" y="1592104"/>
            <a:ext cx="4589227" cy="380509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Metadata</a:t>
            </a:r>
          </a:p>
        </p:txBody>
      </p:sp>
      <p:sp>
        <p:nvSpPr>
          <p:cNvPr id="46" name="PlaceHolder 3"/>
          <p:cNvSpPr txBox="1"/>
          <p:nvPr>
            <p:ph type="sldNum" sz="quarter" idx="4294967295"/>
          </p:nvPr>
        </p:nvSpPr>
        <p:spPr>
          <a:xfrm>
            <a:off x="9448639" y="5327999"/>
            <a:ext cx="127001" cy="19738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47" name="2. In the Layers tab, double click on COL_adm1  to get metadata"/>
          <p:cNvSpPr txBox="1"/>
          <p:nvPr/>
        </p:nvSpPr>
        <p:spPr>
          <a:xfrm>
            <a:off x="300492" y="1081537"/>
            <a:ext cx="7284319" cy="5758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2. In the Layers tab, double click on </a:t>
            </a:r>
            <a:r>
              <a:rPr i="1"/>
              <a:t>COL_adm1  </a:t>
            </a:r>
            <a:r>
              <a:t>to get metadata</a:t>
            </a:r>
          </a:p>
        </p:txBody>
      </p:sp>
      <p:pic>
        <p:nvPicPr>
          <p:cNvPr id="48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07564" y="1802965"/>
            <a:ext cx="7269286" cy="370972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Metadata</a:t>
            </a:r>
          </a:p>
        </p:txBody>
      </p:sp>
      <p:sp>
        <p:nvSpPr>
          <p:cNvPr id="51" name="PlaceHolder 3"/>
          <p:cNvSpPr txBox="1"/>
          <p:nvPr>
            <p:ph type="sldNum" sz="quarter" idx="4294967295"/>
          </p:nvPr>
        </p:nvSpPr>
        <p:spPr>
          <a:xfrm>
            <a:off x="9448639" y="5327999"/>
            <a:ext cx="127001" cy="19738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52" name="3. Click on Source to change layer’s name:"/>
          <p:cNvSpPr txBox="1"/>
          <p:nvPr/>
        </p:nvSpPr>
        <p:spPr>
          <a:xfrm>
            <a:off x="300492" y="1081537"/>
            <a:ext cx="4846018" cy="283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pPr/>
            <a:r>
              <a:t>3. Click on Source to change layer’s name:</a:t>
            </a:r>
          </a:p>
        </p:txBody>
      </p:sp>
      <p:pic>
        <p:nvPicPr>
          <p:cNvPr id="53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57250" y="1758950"/>
            <a:ext cx="7594600" cy="2197100"/>
          </a:xfrm>
          <a:prstGeom prst="rect">
            <a:avLst/>
          </a:prstGeom>
          <a:ln w="12700">
            <a:miter lim="400000"/>
          </a:ln>
        </p:spPr>
      </p:pic>
      <p:sp>
        <p:nvSpPr>
          <p:cNvPr id="54" name="Rename the Layer as “Departamentos”"/>
          <p:cNvSpPr txBox="1"/>
          <p:nvPr/>
        </p:nvSpPr>
        <p:spPr>
          <a:xfrm>
            <a:off x="4031963" y="4613416"/>
            <a:ext cx="3977036" cy="25922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/>
            <a:r>
              <a:t>Rename the Layer as “Departamentos”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Metadata</a:t>
            </a:r>
          </a:p>
        </p:txBody>
      </p:sp>
      <p:sp>
        <p:nvSpPr>
          <p:cNvPr id="57" name="PlaceHolder 3"/>
          <p:cNvSpPr txBox="1"/>
          <p:nvPr>
            <p:ph type="sldNum" sz="quarter" idx="4294967295"/>
          </p:nvPr>
        </p:nvSpPr>
        <p:spPr>
          <a:xfrm>
            <a:off x="9448639" y="5327999"/>
            <a:ext cx="127001" cy="19738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58" name="4.  Review CRS  and Layer Source:"/>
          <p:cNvSpPr txBox="1"/>
          <p:nvPr/>
        </p:nvSpPr>
        <p:spPr>
          <a:xfrm>
            <a:off x="300492" y="1081537"/>
            <a:ext cx="4022130" cy="283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pPr/>
            <a:r>
              <a:t>4.  Review CRS  and Layer Source:</a:t>
            </a:r>
          </a:p>
        </p:txBody>
      </p:sp>
      <p:pic>
        <p:nvPicPr>
          <p:cNvPr id="59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39800" y="1720850"/>
            <a:ext cx="8191500" cy="33909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 txBox="1"/>
          <p:nvPr>
            <p:ph type="title"/>
          </p:nvPr>
        </p:nvSpPr>
        <p:spPr>
          <a:xfrm>
            <a:off x="2371550" y="215999"/>
            <a:ext cx="5328000" cy="720001"/>
          </a:xfrm>
          <a:prstGeom prst="rect">
            <a:avLst/>
          </a:prstGeom>
        </p:spPr>
        <p:txBody>
          <a:bodyPr/>
          <a:lstStyle/>
          <a:p>
            <a:pPr/>
            <a:r>
              <a:t>Extracting vector data</a:t>
            </a:r>
          </a:p>
        </p:txBody>
      </p:sp>
      <p:sp>
        <p:nvSpPr>
          <p:cNvPr id="62" name="PlaceHolder 3"/>
          <p:cNvSpPr txBox="1"/>
          <p:nvPr>
            <p:ph type="sldNum" sz="quarter" idx="4294967295"/>
          </p:nvPr>
        </p:nvSpPr>
        <p:spPr>
          <a:xfrm>
            <a:off x="9448639" y="5327999"/>
            <a:ext cx="127001" cy="19738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63" name="1.  Right click on Departamentos:"/>
          <p:cNvSpPr txBox="1"/>
          <p:nvPr/>
        </p:nvSpPr>
        <p:spPr>
          <a:xfrm>
            <a:off x="300492" y="1081537"/>
            <a:ext cx="3753868" cy="283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pPr/>
            <a:r>
              <a:t>1.  Right click on Departamentos:</a:t>
            </a:r>
          </a:p>
        </p:txBody>
      </p:sp>
      <p:pic>
        <p:nvPicPr>
          <p:cNvPr id="64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49960" y="1617344"/>
            <a:ext cx="3213101" cy="3746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5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568251" y="1604881"/>
            <a:ext cx="5270633" cy="3746476"/>
          </a:xfrm>
          <a:prstGeom prst="rect">
            <a:avLst/>
          </a:prstGeom>
          <a:ln w="12700">
            <a:miter lim="400000"/>
          </a:ln>
        </p:spPr>
      </p:pic>
      <p:sp>
        <p:nvSpPr>
          <p:cNvPr id="66" name="Rectangle"/>
          <p:cNvSpPr/>
          <p:nvPr/>
        </p:nvSpPr>
        <p:spPr>
          <a:xfrm>
            <a:off x="173299" y="1059345"/>
            <a:ext cx="4008253" cy="4485540"/>
          </a:xfrm>
          <a:prstGeom prst="rect">
            <a:avLst/>
          </a:prstGeom>
          <a:ln w="36720">
            <a:solidFill>
              <a:srgbClr val="FF0000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67" name="Rectangle"/>
          <p:cNvSpPr/>
          <p:nvPr/>
        </p:nvSpPr>
        <p:spPr>
          <a:xfrm>
            <a:off x="6937447" y="1898013"/>
            <a:ext cx="271637" cy="247071"/>
          </a:xfrm>
          <a:prstGeom prst="rect">
            <a:avLst/>
          </a:prstGeom>
          <a:ln w="36720">
            <a:solidFill>
              <a:srgbClr val="FF0000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68" name="2. Click on the Select by Expression icon:"/>
          <p:cNvSpPr txBox="1"/>
          <p:nvPr/>
        </p:nvSpPr>
        <p:spPr>
          <a:xfrm>
            <a:off x="4819575" y="1093821"/>
            <a:ext cx="4205747" cy="25922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/>
            <a:r>
              <a:t>2. Click on the Select by Expression icon: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 txBox="1"/>
          <p:nvPr>
            <p:ph type="title"/>
          </p:nvPr>
        </p:nvSpPr>
        <p:spPr>
          <a:xfrm>
            <a:off x="2371550" y="215999"/>
            <a:ext cx="5328000" cy="720001"/>
          </a:xfrm>
          <a:prstGeom prst="rect">
            <a:avLst/>
          </a:prstGeom>
        </p:spPr>
        <p:txBody>
          <a:bodyPr/>
          <a:lstStyle/>
          <a:p>
            <a:pPr/>
            <a:r>
              <a:t>Extracting vector data</a:t>
            </a:r>
          </a:p>
        </p:txBody>
      </p:sp>
      <p:sp>
        <p:nvSpPr>
          <p:cNvPr id="71" name="PlaceHolder 3"/>
          <p:cNvSpPr txBox="1"/>
          <p:nvPr>
            <p:ph type="sldNum" sz="quarter" idx="4294967295"/>
          </p:nvPr>
        </p:nvSpPr>
        <p:spPr>
          <a:xfrm>
            <a:off x="9448639" y="5327999"/>
            <a:ext cx="127001" cy="19738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72" name="3.  In the new window:"/>
          <p:cNvSpPr txBox="1"/>
          <p:nvPr/>
        </p:nvSpPr>
        <p:spPr>
          <a:xfrm>
            <a:off x="300492" y="1081537"/>
            <a:ext cx="2525912" cy="283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pPr/>
            <a:r>
              <a:t>3.  In the new window:</a:t>
            </a:r>
          </a:p>
        </p:txBody>
      </p:sp>
      <p:pic>
        <p:nvPicPr>
          <p:cNvPr id="73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67924" y="1614158"/>
            <a:ext cx="6665289" cy="3721536"/>
          </a:xfrm>
          <a:prstGeom prst="rect">
            <a:avLst/>
          </a:prstGeom>
          <a:ln w="12700">
            <a:miter lim="400000"/>
          </a:ln>
        </p:spPr>
      </p:pic>
      <p:sp>
        <p:nvSpPr>
          <p:cNvPr id="74" name="Rectangle"/>
          <p:cNvSpPr/>
          <p:nvPr/>
        </p:nvSpPr>
        <p:spPr>
          <a:xfrm>
            <a:off x="2601528" y="4078001"/>
            <a:ext cx="1393389" cy="160665"/>
          </a:xfrm>
          <a:prstGeom prst="rect">
            <a:avLst/>
          </a:prstGeom>
          <a:ln w="36720">
            <a:solidFill>
              <a:srgbClr val="FF0000"/>
            </a:solidFill>
          </a:ln>
        </p:spPr>
        <p:txBody>
          <a:bodyPr lIns="0" tIns="0" rIns="0" bIns="0" anchor="ctr"/>
          <a:lstStyle/>
          <a:p>
            <a:pPr/>
          </a:p>
        </p:txBody>
      </p:sp>
      <p:pic>
        <p:nvPicPr>
          <p:cNvPr id="75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533851" y="1957276"/>
            <a:ext cx="2036970" cy="2797906"/>
          </a:xfrm>
          <a:prstGeom prst="rect">
            <a:avLst/>
          </a:prstGeom>
          <a:ln w="12700">
            <a:miter lim="400000"/>
          </a:ln>
        </p:spPr>
      </p:pic>
      <p:sp>
        <p:nvSpPr>
          <p:cNvPr id="76" name="Rectangle"/>
          <p:cNvSpPr/>
          <p:nvPr/>
        </p:nvSpPr>
        <p:spPr>
          <a:xfrm>
            <a:off x="7497378" y="1919636"/>
            <a:ext cx="2109916" cy="2873186"/>
          </a:xfrm>
          <a:prstGeom prst="rect">
            <a:avLst/>
          </a:prstGeom>
          <a:ln w="36720">
            <a:solidFill>
              <a:srgbClr val="FF0000"/>
            </a:solidFill>
          </a:ln>
        </p:spPr>
        <p:txBody>
          <a:bodyPr lIns="0" tIns="0" rIns="0" bIns="0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 txBox="1"/>
          <p:nvPr>
            <p:ph type="title"/>
          </p:nvPr>
        </p:nvSpPr>
        <p:spPr>
          <a:xfrm>
            <a:off x="2371550" y="215999"/>
            <a:ext cx="5328000" cy="720001"/>
          </a:xfrm>
          <a:prstGeom prst="rect">
            <a:avLst/>
          </a:prstGeom>
        </p:spPr>
        <p:txBody>
          <a:bodyPr/>
          <a:lstStyle/>
          <a:p>
            <a:pPr/>
            <a:r>
              <a:t>Extracting vector data</a:t>
            </a:r>
          </a:p>
        </p:txBody>
      </p:sp>
      <p:sp>
        <p:nvSpPr>
          <p:cNvPr id="79" name="PlaceHolder 3"/>
          <p:cNvSpPr txBox="1"/>
          <p:nvPr>
            <p:ph type="sldNum" sz="quarter" idx="4294967295"/>
          </p:nvPr>
        </p:nvSpPr>
        <p:spPr>
          <a:xfrm>
            <a:off x="9448639" y="5327999"/>
            <a:ext cx="127001" cy="19738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80" name="4.  Write the expression to select your Departamento:"/>
          <p:cNvSpPr txBox="1"/>
          <p:nvPr/>
        </p:nvSpPr>
        <p:spPr>
          <a:xfrm>
            <a:off x="300492" y="1081537"/>
            <a:ext cx="6008118" cy="283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pPr/>
            <a:r>
              <a:t>4.  Write the expression to select your Departamento:</a:t>
            </a:r>
          </a:p>
        </p:txBody>
      </p:sp>
      <p:pic>
        <p:nvPicPr>
          <p:cNvPr id="81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09651" y="1510865"/>
            <a:ext cx="6374854" cy="4032685"/>
          </a:xfrm>
          <a:prstGeom prst="rect">
            <a:avLst/>
          </a:prstGeom>
          <a:ln w="12700">
            <a:miter lim="400000"/>
          </a:ln>
        </p:spPr>
      </p:pic>
      <p:sp>
        <p:nvSpPr>
          <p:cNvPr id="82" name="Rectangle"/>
          <p:cNvSpPr/>
          <p:nvPr/>
        </p:nvSpPr>
        <p:spPr>
          <a:xfrm>
            <a:off x="631633" y="1811215"/>
            <a:ext cx="2000250" cy="2873185"/>
          </a:xfrm>
          <a:prstGeom prst="rect">
            <a:avLst/>
          </a:prstGeom>
          <a:ln w="36720">
            <a:solidFill>
              <a:srgbClr val="FF0000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83" name="Rectangle"/>
          <p:cNvSpPr/>
          <p:nvPr/>
        </p:nvSpPr>
        <p:spPr>
          <a:xfrm>
            <a:off x="4860733" y="5262829"/>
            <a:ext cx="1259482" cy="247071"/>
          </a:xfrm>
          <a:prstGeom prst="rect">
            <a:avLst/>
          </a:prstGeom>
          <a:ln w="36720">
            <a:solidFill>
              <a:srgbClr val="FF0000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84" name="5. Click on…"/>
          <p:cNvSpPr txBox="1"/>
          <p:nvPr/>
        </p:nvSpPr>
        <p:spPr>
          <a:xfrm>
            <a:off x="7333605" y="4950389"/>
            <a:ext cx="1765934" cy="52592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/>
            <a:r>
              <a:t>5. Click on</a:t>
            </a:r>
          </a:p>
          <a:p>
            <a:pPr/>
            <a:r>
              <a:t>“Select Features”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 txBox="1"/>
          <p:nvPr>
            <p:ph type="title"/>
          </p:nvPr>
        </p:nvSpPr>
        <p:spPr>
          <a:xfrm>
            <a:off x="2371550" y="215999"/>
            <a:ext cx="5328000" cy="720001"/>
          </a:xfrm>
          <a:prstGeom prst="rect">
            <a:avLst/>
          </a:prstGeom>
        </p:spPr>
        <p:txBody>
          <a:bodyPr/>
          <a:lstStyle/>
          <a:p>
            <a:pPr/>
            <a:r>
              <a:t>Extracting vector data</a:t>
            </a:r>
          </a:p>
        </p:txBody>
      </p:sp>
      <p:sp>
        <p:nvSpPr>
          <p:cNvPr id="87" name="PlaceHolder 3"/>
          <p:cNvSpPr txBox="1"/>
          <p:nvPr>
            <p:ph type="sldNum" sz="quarter" idx="4294967295"/>
          </p:nvPr>
        </p:nvSpPr>
        <p:spPr>
          <a:xfrm>
            <a:off x="9365171" y="5327999"/>
            <a:ext cx="210469" cy="19738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88" name="6.  Check the result:"/>
          <p:cNvSpPr txBox="1"/>
          <p:nvPr/>
        </p:nvSpPr>
        <p:spPr>
          <a:xfrm>
            <a:off x="300492" y="1081537"/>
            <a:ext cx="2342109" cy="283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pPr/>
            <a:r>
              <a:t>6.  Check the result: </a:t>
            </a:r>
          </a:p>
        </p:txBody>
      </p:sp>
      <p:pic>
        <p:nvPicPr>
          <p:cNvPr id="89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00050" y="2006165"/>
            <a:ext cx="4492517" cy="1753585"/>
          </a:xfrm>
          <a:prstGeom prst="rect">
            <a:avLst/>
          </a:prstGeom>
          <a:ln w="12700">
            <a:miter lim="400000"/>
          </a:ln>
        </p:spPr>
      </p:pic>
      <p:pic>
        <p:nvPicPr>
          <p:cNvPr id="90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249473" y="1081537"/>
            <a:ext cx="3135872" cy="4386647"/>
          </a:xfrm>
          <a:prstGeom prst="rect">
            <a:avLst/>
          </a:prstGeom>
          <a:ln w="12700">
            <a:miter lim="400000"/>
          </a:ln>
        </p:spPr>
      </p:pic>
      <p:sp>
        <p:nvSpPr>
          <p:cNvPr id="91" name="Attribute Table"/>
          <p:cNvSpPr txBox="1"/>
          <p:nvPr/>
        </p:nvSpPr>
        <p:spPr>
          <a:xfrm>
            <a:off x="768275" y="3985189"/>
            <a:ext cx="1478398" cy="259222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i="1">
                <a:solidFill>
                  <a:srgbClr val="FFFFFF"/>
                </a:solidFill>
              </a:defRPr>
            </a:lvl1pPr>
          </a:lstStyle>
          <a:p>
            <a:pPr/>
            <a:r>
              <a:t>Attribute Table</a:t>
            </a:r>
          </a:p>
        </p:txBody>
      </p:sp>
      <p:sp>
        <p:nvSpPr>
          <p:cNvPr id="92" name="Map Display"/>
          <p:cNvSpPr txBox="1"/>
          <p:nvPr/>
        </p:nvSpPr>
        <p:spPr>
          <a:xfrm>
            <a:off x="4603675" y="5039289"/>
            <a:ext cx="1270448" cy="259222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i="1">
                <a:solidFill>
                  <a:srgbClr val="FFFFFF"/>
                </a:solidFill>
              </a:defRPr>
            </a:lvl1pPr>
          </a:lstStyle>
          <a:p>
            <a:pPr/>
            <a:r>
              <a:t>Map Display</a:t>
            </a:r>
          </a:p>
        </p:txBody>
      </p:sp>
      <p:pic>
        <p:nvPicPr>
          <p:cNvPr id="93" name="pasted-movie.png" descr="pasted-movi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228079" y="1020232"/>
            <a:ext cx="2128814" cy="34232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 txBox="1"/>
          <p:nvPr>
            <p:ph type="title"/>
          </p:nvPr>
        </p:nvSpPr>
        <p:spPr>
          <a:xfrm>
            <a:off x="2371550" y="215999"/>
            <a:ext cx="5328000" cy="720001"/>
          </a:xfrm>
          <a:prstGeom prst="rect">
            <a:avLst/>
          </a:prstGeom>
        </p:spPr>
        <p:txBody>
          <a:bodyPr/>
          <a:lstStyle/>
          <a:p>
            <a:pPr/>
            <a:r>
              <a:t>Extracting vector data</a:t>
            </a:r>
          </a:p>
        </p:txBody>
      </p:sp>
      <p:sp>
        <p:nvSpPr>
          <p:cNvPr id="96" name="PlaceHolder 3"/>
          <p:cNvSpPr txBox="1"/>
          <p:nvPr>
            <p:ph type="sldNum" sz="quarter" idx="4294967295"/>
          </p:nvPr>
        </p:nvSpPr>
        <p:spPr>
          <a:xfrm>
            <a:off x="9378367" y="5327999"/>
            <a:ext cx="197273" cy="19738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97" name="7.  Export the selected Departamento:"/>
          <p:cNvSpPr txBox="1"/>
          <p:nvPr/>
        </p:nvSpPr>
        <p:spPr>
          <a:xfrm>
            <a:off x="300492" y="1081537"/>
            <a:ext cx="4361335" cy="283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pPr/>
            <a:r>
              <a:t>7.  Export the selected Departamento: </a:t>
            </a:r>
          </a:p>
        </p:txBody>
      </p:sp>
      <p:pic>
        <p:nvPicPr>
          <p:cNvPr id="98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65429" y="1719579"/>
            <a:ext cx="5630479" cy="974014"/>
          </a:xfrm>
          <a:prstGeom prst="rect">
            <a:avLst/>
          </a:prstGeom>
          <a:ln w="12700">
            <a:miter lim="400000"/>
          </a:ln>
        </p:spPr>
      </p:pic>
      <p:pic>
        <p:nvPicPr>
          <p:cNvPr id="99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83030" y="3047844"/>
            <a:ext cx="4668021" cy="2266874"/>
          </a:xfrm>
          <a:prstGeom prst="rect">
            <a:avLst/>
          </a:prstGeom>
          <a:ln w="12700">
            <a:miter lim="400000"/>
          </a:ln>
        </p:spPr>
      </p:pic>
      <p:sp>
        <p:nvSpPr>
          <p:cNvPr id="100" name="Rectangle"/>
          <p:cNvSpPr/>
          <p:nvPr/>
        </p:nvSpPr>
        <p:spPr>
          <a:xfrm>
            <a:off x="1487613" y="3606749"/>
            <a:ext cx="4458854" cy="247072"/>
          </a:xfrm>
          <a:prstGeom prst="rect">
            <a:avLst/>
          </a:prstGeom>
          <a:ln w="36720">
            <a:solidFill>
              <a:srgbClr val="FF0000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01" name="Save it…"/>
          <p:cNvSpPr txBox="1"/>
          <p:nvPr/>
        </p:nvSpPr>
        <p:spPr>
          <a:xfrm>
            <a:off x="6454065" y="3918320"/>
            <a:ext cx="2935276" cy="525922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Save it 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under GB2/Proyecto1/Datos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Extracting raster data</a:t>
            </a:r>
          </a:p>
        </p:txBody>
      </p:sp>
      <p:sp>
        <p:nvSpPr>
          <p:cNvPr id="104" name="PlaceHolder 3"/>
          <p:cNvSpPr txBox="1"/>
          <p:nvPr>
            <p:ph type="sldNum" sz="quarter" idx="4294967295"/>
          </p:nvPr>
        </p:nvSpPr>
        <p:spPr>
          <a:xfrm>
            <a:off x="9365171" y="5327999"/>
            <a:ext cx="210469" cy="19738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05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436651" y="1055295"/>
            <a:ext cx="5471499" cy="453016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Extracting raster data</a:t>
            </a:r>
          </a:p>
        </p:txBody>
      </p:sp>
      <p:sp>
        <p:nvSpPr>
          <p:cNvPr id="108" name="PlaceHolder 3"/>
          <p:cNvSpPr txBox="1"/>
          <p:nvPr>
            <p:ph type="sldNum" sz="quarter" idx="4294967295"/>
          </p:nvPr>
        </p:nvSpPr>
        <p:spPr>
          <a:xfrm>
            <a:off x="9365171" y="5327999"/>
            <a:ext cx="210469" cy="19738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09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93969" y="1167547"/>
            <a:ext cx="5859563" cy="433663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Extracting raster data</a:t>
            </a:r>
          </a:p>
        </p:txBody>
      </p:sp>
      <p:sp>
        <p:nvSpPr>
          <p:cNvPr id="112" name="PlaceHolder 3"/>
          <p:cNvSpPr txBox="1"/>
          <p:nvPr>
            <p:ph type="sldNum" sz="quarter" idx="4294967295"/>
          </p:nvPr>
        </p:nvSpPr>
        <p:spPr>
          <a:xfrm>
            <a:off x="9365171" y="5327999"/>
            <a:ext cx="210469" cy="19738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13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69900" y="2018029"/>
            <a:ext cx="2916841" cy="1458422"/>
          </a:xfrm>
          <a:prstGeom prst="rect">
            <a:avLst/>
          </a:prstGeom>
          <a:ln w="12700">
            <a:miter lim="400000"/>
          </a:ln>
        </p:spPr>
      </p:pic>
      <p:sp>
        <p:nvSpPr>
          <p:cNvPr id="114" name="In the Menu bar, go to Raster"/>
          <p:cNvSpPr txBox="1"/>
          <p:nvPr/>
        </p:nvSpPr>
        <p:spPr>
          <a:xfrm>
            <a:off x="409783" y="1435029"/>
            <a:ext cx="3037075" cy="259222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In the Menu bar, go to Raster </a:t>
            </a:r>
          </a:p>
        </p:txBody>
      </p:sp>
      <p:pic>
        <p:nvPicPr>
          <p:cNvPr id="115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080690" y="2703330"/>
            <a:ext cx="5114110" cy="1598161"/>
          </a:xfrm>
          <a:prstGeom prst="rect">
            <a:avLst/>
          </a:prstGeom>
          <a:ln w="12700">
            <a:miter lim="400000"/>
          </a:ln>
        </p:spPr>
      </p:pic>
      <p:sp>
        <p:nvSpPr>
          <p:cNvPr id="116" name="Select Input layer and Mask layer:"/>
          <p:cNvSpPr txBox="1"/>
          <p:nvPr/>
        </p:nvSpPr>
        <p:spPr>
          <a:xfrm>
            <a:off x="4149752" y="2374829"/>
            <a:ext cx="3519612" cy="259222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Select Input layer and Mask layer: </a:t>
            </a:r>
          </a:p>
        </p:txBody>
      </p:sp>
      <p:pic>
        <p:nvPicPr>
          <p:cNvPr id="117" name="pasted-movie.png" descr="pasted-movi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089400" y="4296035"/>
            <a:ext cx="5096691" cy="977127"/>
          </a:xfrm>
          <a:prstGeom prst="rect">
            <a:avLst/>
          </a:prstGeom>
          <a:ln w="12700">
            <a:miter lim="400000"/>
          </a:ln>
        </p:spPr>
      </p:pic>
      <p:sp>
        <p:nvSpPr>
          <p:cNvPr id="118" name="Save it as a TIF file:"/>
          <p:cNvSpPr txBox="1"/>
          <p:nvPr/>
        </p:nvSpPr>
        <p:spPr>
          <a:xfrm>
            <a:off x="1899312" y="4654987"/>
            <a:ext cx="2092090" cy="259223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Save it as a TIF file: </a:t>
            </a:r>
          </a:p>
        </p:txBody>
      </p:sp>
      <p:sp>
        <p:nvSpPr>
          <p:cNvPr id="119" name="e.g. Casanare.TIF"/>
          <p:cNvSpPr txBox="1"/>
          <p:nvPr/>
        </p:nvSpPr>
        <p:spPr>
          <a:xfrm>
            <a:off x="6530265" y="4960549"/>
            <a:ext cx="1867707" cy="271922"/>
          </a:xfrm>
          <a:prstGeom prst="rect">
            <a:avLst/>
          </a:prstGeom>
          <a:solidFill>
            <a:schemeClr val="accent6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e.g. Casanare.TIF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Extracting raster data</a:t>
            </a:r>
          </a:p>
        </p:txBody>
      </p:sp>
      <p:sp>
        <p:nvSpPr>
          <p:cNvPr id="122" name="PlaceHolder 3"/>
          <p:cNvSpPr txBox="1"/>
          <p:nvPr>
            <p:ph type="sldNum" sz="quarter" idx="4294967295"/>
          </p:nvPr>
        </p:nvSpPr>
        <p:spPr>
          <a:xfrm>
            <a:off x="9365171" y="5327999"/>
            <a:ext cx="210469" cy="19738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23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919435" y="968236"/>
            <a:ext cx="6232230" cy="461976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Vector Symbology</a:t>
            </a:r>
          </a:p>
        </p:txBody>
      </p:sp>
      <p:sp>
        <p:nvSpPr>
          <p:cNvPr id="126" name="PlaceHolder 3"/>
          <p:cNvSpPr txBox="1"/>
          <p:nvPr>
            <p:ph type="sldNum" sz="quarter" idx="4294967295"/>
          </p:nvPr>
        </p:nvSpPr>
        <p:spPr>
          <a:xfrm>
            <a:off x="9365171" y="5327999"/>
            <a:ext cx="210469" cy="19738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27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31881" y="1128855"/>
            <a:ext cx="8807338" cy="385855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Vector Symbology</a:t>
            </a:r>
          </a:p>
        </p:txBody>
      </p:sp>
      <p:sp>
        <p:nvSpPr>
          <p:cNvPr id="130" name="PlaceHolder 3"/>
          <p:cNvSpPr txBox="1"/>
          <p:nvPr>
            <p:ph type="sldNum" sz="quarter" idx="4294967295"/>
          </p:nvPr>
        </p:nvSpPr>
        <p:spPr>
          <a:xfrm>
            <a:off x="9365171" y="5327999"/>
            <a:ext cx="210469" cy="19738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31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155737" y="1129288"/>
            <a:ext cx="5759626" cy="438251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Raster Symbology</a:t>
            </a:r>
          </a:p>
        </p:txBody>
      </p:sp>
      <p:sp>
        <p:nvSpPr>
          <p:cNvPr id="134" name="PlaceHolder 3"/>
          <p:cNvSpPr txBox="1"/>
          <p:nvPr>
            <p:ph type="sldNum" sz="quarter" idx="4294967295"/>
          </p:nvPr>
        </p:nvSpPr>
        <p:spPr>
          <a:xfrm>
            <a:off x="9365171" y="5327999"/>
            <a:ext cx="210469" cy="19738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35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68357" y="1298724"/>
            <a:ext cx="8928093" cy="284704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Raster Symbology</a:t>
            </a:r>
          </a:p>
        </p:txBody>
      </p:sp>
      <p:sp>
        <p:nvSpPr>
          <p:cNvPr id="138" name="PlaceHolder 3"/>
          <p:cNvSpPr txBox="1"/>
          <p:nvPr>
            <p:ph type="sldNum" sz="quarter" idx="4294967295"/>
          </p:nvPr>
        </p:nvSpPr>
        <p:spPr>
          <a:xfrm>
            <a:off x="9365171" y="5327999"/>
            <a:ext cx="210469" cy="19738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39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81183" y="1153661"/>
            <a:ext cx="6708734" cy="4243839"/>
          </a:xfrm>
          <a:prstGeom prst="rect">
            <a:avLst/>
          </a:prstGeom>
          <a:ln w="12700">
            <a:miter lim="400000"/>
          </a:ln>
        </p:spPr>
      </p:pic>
      <p:pic>
        <p:nvPicPr>
          <p:cNvPr id="140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118100" y="4564630"/>
            <a:ext cx="3263900" cy="7747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2"/>
          <p:cNvSpPr txBox="1"/>
          <p:nvPr/>
        </p:nvSpPr>
        <p:spPr>
          <a:xfrm>
            <a:off x="3447360" y="5327999"/>
            <a:ext cx="3195001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IALS, 2026</a:t>
            </a:r>
          </a:p>
        </p:txBody>
      </p:sp>
      <p:sp>
        <p:nvSpPr>
          <p:cNvPr id="143" name="PlaceHolder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Homework</a:t>
            </a:r>
          </a:p>
        </p:txBody>
      </p:sp>
      <p:sp>
        <p:nvSpPr>
          <p:cNvPr id="144" name="Save your  project…"/>
          <p:cNvSpPr txBox="1"/>
          <p:nvPr/>
        </p:nvSpPr>
        <p:spPr>
          <a:xfrm>
            <a:off x="2559599" y="2430359"/>
            <a:ext cx="4710867" cy="15024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4999" tIns="44999" rIns="44999" bIns="44999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Save your  project</a:t>
            </a:r>
          </a:p>
          <a:p>
            <a:pPr>
              <a:defRPr sz="2400">
                <a:solidFill>
                  <a:srgbClr val="FFFFFF"/>
                </a:solidFill>
              </a:defRPr>
            </a:pP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Bring an USB with the folder GB2 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to the classroom on 18 February</a:t>
            </a:r>
            <a:r>
              <a:rPr sz="1800">
                <a:solidFill>
                  <a:srgbClr val="000000"/>
                </a:solidFill>
              </a:rPr>
              <a:t> </a:t>
            </a:r>
          </a:p>
        </p:txBody>
      </p:sp>
      <p:sp>
        <p:nvSpPr>
          <p:cNvPr id="145" name="PlaceHolder 3"/>
          <p:cNvSpPr txBox="1"/>
          <p:nvPr>
            <p:ph type="sldNum" sz="quarter" idx="4294967295"/>
          </p:nvPr>
        </p:nvSpPr>
        <p:spPr>
          <a:xfrm>
            <a:off x="9365171" y="5327999"/>
            <a:ext cx="210469" cy="19738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Office">
      <a:dk1>
        <a:srgbClr val="000000"/>
      </a:dk1>
      <a:lt1>
        <a:srgbClr val="000000"/>
      </a:lt1>
      <a:dk2>
        <a:srgbClr val="A7A7A7"/>
      </a:dk2>
      <a:lt2>
        <a:srgbClr val="535353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FF"/>
      </a:hlink>
      <a:folHlink>
        <a:srgbClr val="FF00FF"/>
      </a:folHlink>
    </a:clrScheme>
    <a:fontScheme name="Offic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FF"/>
      </a:hlink>
      <a:folHlink>
        <a:srgbClr val="FF00FF"/>
      </a:folHlink>
    </a:clrScheme>
    <a:fontScheme name="Offic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